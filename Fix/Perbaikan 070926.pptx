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D6FFA-19EA-77F9-4B89-533337F65E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4B762B-0FA2-96D9-F366-6D9EC19E90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52F04-AE9C-966A-34C4-1BA95B86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C4A4F-8520-8447-5DE7-408A4A2B4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90723-FE65-C620-86A2-BF0DC0888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60870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7DB1-383B-6E45-5BEF-0F21885EB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60DD5-01C2-06D8-C6CC-53B50A5B2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650D9-E4FF-B408-DECE-02659EE35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FFF70-2FB4-6A1D-F311-C1F4F4DC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7C606A-29A9-A6A8-AC2E-93E48EEC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4203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3D5A0-1107-0CA7-2B49-84FD4C81C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46274-32F1-51F8-4F42-388B0F7B0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DDD2B-38E7-AAB4-9E23-74FFFDFD3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F17AB-4A26-9047-8AFA-1B3440E3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2FF5D-6D5E-E2FF-EC3C-2D37303B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4309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17D3F-3DF7-DD46-DBDB-F8860251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2FD13-1D01-7CBA-E8E5-13746E2CC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3709C-A089-9BDD-A851-9A6458D99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00A33-1BC5-AB03-7FBB-874C419D6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97088-7DB3-A04E-10E6-1A0BA9A2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35A8B-31F0-B5D8-74FD-9DF7603F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74270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3FE4-264F-1AB0-4036-E62EAAD83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579E3-AE1D-295F-6426-B2563DD4B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233B7-3411-68FB-A1E9-D21CB4F2E8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40579-1975-222C-524D-0360C3E185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AA32C2-9311-5655-C686-F433BEBB7A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CECE-6CAC-2434-F46A-635D1E5C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4340D4-F087-8460-BB4A-6DF82F2BF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8165F8-159F-315C-B018-C9691881E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746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B975A-3D63-E3C3-9936-1FF66C206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94D699-A674-B88C-E0E5-95B336834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03A053-6EC3-641F-6F19-FBDDF500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6F020E-EADB-C65A-64D5-7C051DB80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2357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100D10-F7AF-220A-0C1E-763D8B27F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78075-76E1-2778-3A0B-4FBC1426E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A642E-1E75-2389-A089-084E740F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4392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5EFC-1BE6-0040-DBD3-6A2510AC6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811EA-B13C-9A3D-B32D-53C222561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EBA15-15DF-7E95-BCB1-CCC06CB55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E7EF3-8569-C05F-0220-69200CDAA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2F7F3-E28F-55F6-AB3C-301FAAEC9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AF8BD-6DCC-0F73-7852-81C28DBD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41009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5AE56-CA73-51DF-BAE4-04F572085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8863FA-E3CC-9E95-C269-784746D46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EEBED-088A-7FBD-1A47-21E90E7AB1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BBD5C-E941-1ED3-6B87-C1DDC35D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6D4DD5-D622-408F-6B8D-AEBA495AA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5C0CB-383E-2CA8-CA20-4700F5E4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4164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F135-8ED5-4B18-FB15-72F257E01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4D48E-6514-73AD-AB7D-76B34DC1F7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26552-EB3D-3DA6-3D6B-4B7A7073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CC87E-9989-0475-E060-BD0C97B6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3ADF3-EF09-CEB4-9055-5B685357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85061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7F7F68-C6F5-5689-2E6B-0755EA9617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8703D-DF8B-9262-51AD-6C53DED8D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CFB2-EF65-3D25-FE9A-4FED6DB7A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C1C2E-69B2-B091-7181-CF20FFF0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FA1110-7231-655D-1A5E-F188EAD4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8523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CD9CC7-5927-F7D8-D144-89AF23519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7FA71-E520-3FA4-4B1C-13CAAC86B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52706-9844-A6BF-E3EC-115A95E590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26904D-A0DE-44A3-8117-B59F653426C1}" type="datetimeFigureOut">
              <a:rPr lang="en-ID" smtClean="0"/>
              <a:t>07/09/2026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F4EA3-540A-89A2-FF75-0EBBE2C375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5CFC7-D8A7-481E-E19F-F16FBE77A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39B09-1727-4EEA-A026-681476BD0EE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191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55E34-8A83-26E0-1F83-F683B3214A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0B674-F496-5453-7A42-3F9886607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9D9F30-5FB8-F20D-0C59-53EF006A5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6143"/>
            <a:ext cx="12192000" cy="61057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C60B8E-D0D9-D6AA-445D-D9E434CFFE30}"/>
              </a:ext>
            </a:extLst>
          </p:cNvPr>
          <p:cNvSpPr txBox="1"/>
          <p:nvPr/>
        </p:nvSpPr>
        <p:spPr>
          <a:xfrm>
            <a:off x="10168129" y="1705769"/>
            <a:ext cx="140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Diganti</a:t>
            </a:r>
            <a:r>
              <a:rPr lang="en-US" sz="1200" dirty="0"/>
              <a:t> </a:t>
            </a:r>
            <a:r>
              <a:rPr lang="en-US" sz="1200" dirty="0" err="1"/>
              <a:t>jadi</a:t>
            </a:r>
            <a:r>
              <a:rPr lang="en-US" sz="1200" dirty="0"/>
              <a:t> &lt;2.00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2 CS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 err="1"/>
              <a:t>lihat</a:t>
            </a:r>
            <a:r>
              <a:rPr lang="en-US" sz="1200" dirty="0"/>
              <a:t> detail</a:t>
            </a:r>
            <a:endParaRPr lang="en-ID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920339-B84E-1527-53FA-B5F1B0A3D21C}"/>
              </a:ext>
            </a:extLst>
          </p:cNvPr>
          <p:cNvSpPr txBox="1"/>
          <p:nvPr/>
        </p:nvSpPr>
        <p:spPr>
          <a:xfrm>
            <a:off x="10219944" y="3444629"/>
            <a:ext cx="1408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Diganti</a:t>
            </a:r>
            <a:r>
              <a:rPr lang="en-US" sz="1200" dirty="0"/>
              <a:t> </a:t>
            </a:r>
            <a:r>
              <a:rPr lang="en-US" sz="1200" dirty="0" err="1"/>
              <a:t>warna</a:t>
            </a:r>
            <a:r>
              <a:rPr lang="en-US" sz="1200" dirty="0"/>
              <a:t> </a:t>
            </a:r>
            <a:r>
              <a:rPr lang="en-US" sz="1200" dirty="0" err="1"/>
              <a:t>sesuai</a:t>
            </a:r>
            <a:r>
              <a:rPr lang="en-US" sz="1200" dirty="0"/>
              <a:t> </a:t>
            </a:r>
            <a:r>
              <a:rPr lang="en-US" sz="1200" dirty="0" err="1"/>
              <a:t>pembagian</a:t>
            </a:r>
            <a:r>
              <a:rPr lang="en-US" sz="1200" dirty="0"/>
              <a:t> </a:t>
            </a:r>
            <a:r>
              <a:rPr lang="en-US" sz="1200" dirty="0" err="1"/>
              <a:t>distribusi</a:t>
            </a:r>
            <a:r>
              <a:rPr lang="en-US" sz="1200" dirty="0"/>
              <a:t> </a:t>
            </a:r>
            <a:r>
              <a:rPr lang="en-US" sz="1200" dirty="0" err="1"/>
              <a:t>warna</a:t>
            </a:r>
            <a:endParaRPr lang="en-ID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B9CFEC-12A8-F620-AC7F-33A3EFEECDEB}"/>
              </a:ext>
            </a:extLst>
          </p:cNvPr>
          <p:cNvSpPr txBox="1"/>
          <p:nvPr/>
        </p:nvSpPr>
        <p:spPr>
          <a:xfrm>
            <a:off x="10271760" y="4025350"/>
            <a:ext cx="1408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tanggal</a:t>
            </a:r>
            <a:r>
              <a:rPr lang="en-US" sz="1200" dirty="0"/>
              <a:t>,</a:t>
            </a:r>
          </a:p>
          <a:p>
            <a:endParaRPr lang="en-US" sz="1200" dirty="0"/>
          </a:p>
          <a:p>
            <a:r>
              <a:rPr lang="en-US" sz="1200" dirty="0"/>
              <a:t>14 </a:t>
            </a:r>
            <a:r>
              <a:rPr lang="en-US" sz="1200" dirty="0" err="1"/>
              <a:t>Agt</a:t>
            </a:r>
            <a:r>
              <a:rPr lang="en-US" sz="1200" dirty="0"/>
              <a:t> 2026, 10:50</a:t>
            </a:r>
            <a:endParaRPr lang="en-ID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D2B94-74D7-0EC5-4B9D-F1CCD0639ED8}"/>
              </a:ext>
            </a:extLst>
          </p:cNvPr>
          <p:cNvSpPr txBox="1"/>
          <p:nvPr/>
        </p:nvSpPr>
        <p:spPr>
          <a:xfrm>
            <a:off x="3734477" y="1030288"/>
            <a:ext cx="2581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Ringkasan</a:t>
            </a:r>
            <a:r>
              <a:rPr lang="en-US" sz="1200" dirty="0"/>
              <a:t> Kinerja Cleaning Service – September 2026</a:t>
            </a:r>
            <a:endParaRPr lang="en-ID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D8A295-A09D-AF6B-EF00-E5E1773C6AEE}"/>
              </a:ext>
            </a:extLst>
          </p:cNvPr>
          <p:cNvSpPr txBox="1"/>
          <p:nvPr/>
        </p:nvSpPr>
        <p:spPr>
          <a:xfrm>
            <a:off x="3886877" y="1182688"/>
            <a:ext cx="2581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Ringkasan</a:t>
            </a:r>
            <a:r>
              <a:rPr lang="en-US" sz="1200" dirty="0"/>
              <a:t> Kinerja Cleaning Service – </a:t>
            </a:r>
            <a:r>
              <a:rPr lang="en-US" sz="1200" dirty="0" err="1"/>
              <a:t>Kumulatif</a:t>
            </a:r>
            <a:endParaRPr lang="en-ID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DDAEA4-CC8D-261F-C0BA-E92C3B4E54ED}"/>
              </a:ext>
            </a:extLst>
          </p:cNvPr>
          <p:cNvSpPr txBox="1"/>
          <p:nvPr/>
        </p:nvSpPr>
        <p:spPr>
          <a:xfrm>
            <a:off x="4115477" y="1961174"/>
            <a:ext cx="2581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Jumlah</a:t>
            </a:r>
            <a:r>
              <a:rPr lang="en-US" sz="1200" dirty="0"/>
              <a:t> CS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2695606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41F53-C72A-5952-C63F-6E9196169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8576-8E1C-7A45-4D23-AA118285CC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5ED8CE-315B-C981-A305-E5D17A5B05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BDA80-8871-F513-1762-C1F2CBE62D90}"/>
              </a:ext>
            </a:extLst>
          </p:cNvPr>
          <p:cNvSpPr txBox="1"/>
          <p:nvPr/>
        </p:nvSpPr>
        <p:spPr>
          <a:xfrm>
            <a:off x="10168129" y="1705769"/>
            <a:ext cx="14081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Diganti</a:t>
            </a:r>
            <a:r>
              <a:rPr lang="en-US" sz="1200" dirty="0"/>
              <a:t> </a:t>
            </a:r>
            <a:r>
              <a:rPr lang="en-US" sz="1200" dirty="0" err="1"/>
              <a:t>jadi</a:t>
            </a:r>
            <a:r>
              <a:rPr lang="en-US" sz="1200" dirty="0"/>
              <a:t> &lt;2.00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2 CS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 err="1"/>
              <a:t>lihat</a:t>
            </a:r>
            <a:r>
              <a:rPr lang="en-US" sz="1200" dirty="0"/>
              <a:t> detail</a:t>
            </a:r>
            <a:endParaRPr lang="en-ID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AC3B2-FDF6-AAE9-882D-637086A76A4B}"/>
              </a:ext>
            </a:extLst>
          </p:cNvPr>
          <p:cNvSpPr txBox="1"/>
          <p:nvPr/>
        </p:nvSpPr>
        <p:spPr>
          <a:xfrm>
            <a:off x="10219944" y="3444629"/>
            <a:ext cx="1408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Diganti</a:t>
            </a:r>
            <a:r>
              <a:rPr lang="en-US" sz="1200" dirty="0"/>
              <a:t> </a:t>
            </a:r>
            <a:r>
              <a:rPr lang="en-US" sz="1200" dirty="0" err="1"/>
              <a:t>warna</a:t>
            </a:r>
            <a:r>
              <a:rPr lang="en-US" sz="1200" dirty="0"/>
              <a:t> </a:t>
            </a:r>
            <a:r>
              <a:rPr lang="en-US" sz="1200" dirty="0" err="1"/>
              <a:t>sesuai</a:t>
            </a:r>
            <a:r>
              <a:rPr lang="en-US" sz="1200" dirty="0"/>
              <a:t> </a:t>
            </a:r>
            <a:r>
              <a:rPr lang="en-US" sz="1200" dirty="0" err="1"/>
              <a:t>pembagian</a:t>
            </a:r>
            <a:r>
              <a:rPr lang="en-US" sz="1200" dirty="0"/>
              <a:t> </a:t>
            </a:r>
            <a:r>
              <a:rPr lang="en-US" sz="1200" dirty="0" err="1"/>
              <a:t>distribusi</a:t>
            </a:r>
            <a:r>
              <a:rPr lang="en-US" sz="1200" dirty="0"/>
              <a:t> </a:t>
            </a:r>
            <a:r>
              <a:rPr lang="en-US" sz="1200" dirty="0" err="1"/>
              <a:t>warna</a:t>
            </a:r>
            <a:endParaRPr lang="en-ID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27031D-DC07-3E20-0D22-9E3CACD7BA9B}"/>
              </a:ext>
            </a:extLst>
          </p:cNvPr>
          <p:cNvSpPr txBox="1"/>
          <p:nvPr/>
        </p:nvSpPr>
        <p:spPr>
          <a:xfrm>
            <a:off x="10271760" y="4025350"/>
            <a:ext cx="1408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tanggal</a:t>
            </a:r>
            <a:r>
              <a:rPr lang="en-US" sz="1200" dirty="0"/>
              <a:t>,</a:t>
            </a:r>
          </a:p>
          <a:p>
            <a:endParaRPr lang="en-US" sz="1200" dirty="0"/>
          </a:p>
          <a:p>
            <a:r>
              <a:rPr lang="en-US" sz="1200" dirty="0"/>
              <a:t>14 </a:t>
            </a:r>
            <a:r>
              <a:rPr lang="en-US" sz="1200" dirty="0" err="1"/>
              <a:t>Agt</a:t>
            </a:r>
            <a:r>
              <a:rPr lang="en-US" sz="1200" dirty="0"/>
              <a:t> 2026, 10:50</a:t>
            </a:r>
            <a:endParaRPr lang="en-ID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164F86-5E32-732D-43AC-D614603DF3CF}"/>
              </a:ext>
            </a:extLst>
          </p:cNvPr>
          <p:cNvSpPr txBox="1"/>
          <p:nvPr/>
        </p:nvSpPr>
        <p:spPr>
          <a:xfrm>
            <a:off x="3734477" y="1030288"/>
            <a:ext cx="2581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Ringkasan</a:t>
            </a:r>
            <a:r>
              <a:rPr lang="en-US" sz="1200" dirty="0"/>
              <a:t> Kinerja Cleaning Service – September 2026</a:t>
            </a:r>
            <a:endParaRPr lang="en-ID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4F3440-82FF-FB13-D06E-55A63AFB2D10}"/>
              </a:ext>
            </a:extLst>
          </p:cNvPr>
          <p:cNvSpPr txBox="1"/>
          <p:nvPr/>
        </p:nvSpPr>
        <p:spPr>
          <a:xfrm>
            <a:off x="3886877" y="1182688"/>
            <a:ext cx="2581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Ringkasan</a:t>
            </a:r>
            <a:r>
              <a:rPr lang="en-US" sz="1200" dirty="0"/>
              <a:t> Kinerja Cleaning Service – </a:t>
            </a:r>
            <a:r>
              <a:rPr lang="en-US" sz="1200" dirty="0" err="1"/>
              <a:t>Kumulatif</a:t>
            </a:r>
            <a:endParaRPr lang="en-ID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9F780B-70D0-1218-3988-43A29656A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051"/>
            <a:ext cx="12192000" cy="60798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A545048-B215-7ABB-E515-938F73B9877F}"/>
              </a:ext>
            </a:extLst>
          </p:cNvPr>
          <p:cNvSpPr txBox="1"/>
          <p:nvPr/>
        </p:nvSpPr>
        <p:spPr>
          <a:xfrm>
            <a:off x="10271760" y="4910069"/>
            <a:ext cx="1408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Langsung</a:t>
            </a:r>
            <a:r>
              <a:rPr lang="en-US" sz="1200" dirty="0"/>
              <a:t> </a:t>
            </a:r>
            <a:r>
              <a:rPr lang="en-US" sz="1200" dirty="0" err="1"/>
              <a:t>menampilkan</a:t>
            </a:r>
            <a:r>
              <a:rPr lang="en-US" sz="1200" dirty="0"/>
              <a:t> </a:t>
            </a:r>
            <a:r>
              <a:rPr lang="en-US" sz="1200" dirty="0" err="1"/>
              <a:t>aja</a:t>
            </a:r>
            <a:endParaRPr lang="en-ID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83AC8-2350-53A3-96C8-FDF019C474F3}"/>
              </a:ext>
            </a:extLst>
          </p:cNvPr>
          <p:cNvSpPr txBox="1"/>
          <p:nvPr/>
        </p:nvSpPr>
        <p:spPr>
          <a:xfrm>
            <a:off x="10398252" y="3191321"/>
            <a:ext cx="1408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Dihapus</a:t>
            </a:r>
            <a:r>
              <a:rPr lang="en-US" sz="1200" dirty="0"/>
              <a:t> </a:t>
            </a:r>
            <a:r>
              <a:rPr lang="en-US" sz="1200" dirty="0" err="1"/>
              <a:t>aja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196901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7745F-D036-6B5D-0F30-716E130B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419AD1-247E-B440-AAA7-429B80AA7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1178"/>
            <a:ext cx="12192000" cy="60356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9BE107-7FD8-225C-838E-E648D778A22C}"/>
              </a:ext>
            </a:extLst>
          </p:cNvPr>
          <p:cNvSpPr txBox="1"/>
          <p:nvPr/>
        </p:nvSpPr>
        <p:spPr>
          <a:xfrm>
            <a:off x="1034119" y="1447187"/>
            <a:ext cx="1408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Ganti </a:t>
            </a:r>
            <a:r>
              <a:rPr lang="en-US" sz="1200" dirty="0" err="1"/>
              <a:t>judul</a:t>
            </a:r>
            <a:br>
              <a:rPr lang="en-US" sz="1200" dirty="0"/>
            </a:br>
            <a:r>
              <a:rPr lang="en-US" sz="1200" dirty="0" err="1"/>
              <a:t>Penilaian</a:t>
            </a:r>
            <a:r>
              <a:rPr lang="en-US" sz="1200" dirty="0"/>
              <a:t> Kinerja</a:t>
            </a:r>
            <a:endParaRPr lang="en-ID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040D74-A486-90B8-4643-EFF79DBAD59C}"/>
              </a:ext>
            </a:extLst>
          </p:cNvPr>
          <p:cNvSpPr txBox="1"/>
          <p:nvPr/>
        </p:nvSpPr>
        <p:spPr>
          <a:xfrm>
            <a:off x="10402825" y="1150931"/>
            <a:ext cx="1408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Bulan </a:t>
            </a:r>
            <a:r>
              <a:rPr lang="en-US" sz="1200" b="1" dirty="0" err="1"/>
              <a:t>dilihat</a:t>
            </a:r>
            <a:r>
              <a:rPr lang="en-US" sz="1200" b="1" dirty="0"/>
              <a:t>: </a:t>
            </a:r>
            <a:r>
              <a:rPr lang="en-US" sz="1200" b="1" dirty="0" err="1"/>
              <a:t>pindah</a:t>
            </a:r>
            <a:r>
              <a:rPr lang="en-US" sz="1200" b="1" dirty="0"/>
              <a:t> </a:t>
            </a:r>
            <a:r>
              <a:rPr lang="en-US" sz="1200" b="1" dirty="0" err="1"/>
              <a:t>ke</a:t>
            </a:r>
            <a:r>
              <a:rPr lang="en-US" sz="1200" b="1" dirty="0"/>
              <a:t> </a:t>
            </a:r>
            <a:r>
              <a:rPr lang="en-US" sz="1200" b="1" dirty="0" err="1"/>
              <a:t>pojok</a:t>
            </a:r>
            <a:r>
              <a:rPr lang="en-US" sz="1200" b="1" dirty="0"/>
              <a:t> </a:t>
            </a:r>
            <a:r>
              <a:rPr lang="en-US" sz="1200" b="1" dirty="0" err="1"/>
              <a:t>kanna</a:t>
            </a:r>
            <a:r>
              <a:rPr lang="en-US" sz="1200" b="1" dirty="0"/>
              <a:t> </a:t>
            </a:r>
            <a:r>
              <a:rPr lang="en-US" sz="1200" b="1" dirty="0" err="1"/>
              <a:t>atas</a:t>
            </a:r>
            <a:endParaRPr lang="en-ID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8DF8D23-AF90-6AB0-46DF-455223170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948" y="528232"/>
            <a:ext cx="1912053" cy="622699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E5C8AB7-A0EA-FB09-E6F1-E4CE0A4A5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4998" y="3796589"/>
            <a:ext cx="10388601" cy="269581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D9C6200F-4F05-1743-75C4-F16212CBE26B}"/>
              </a:ext>
            </a:extLst>
          </p:cNvPr>
          <p:cNvSpPr txBox="1"/>
          <p:nvPr/>
        </p:nvSpPr>
        <p:spPr>
          <a:xfrm>
            <a:off x="4881203" y="3796589"/>
            <a:ext cx="12147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Kumulatif</a:t>
            </a:r>
            <a:r>
              <a:rPr lang="en-US" sz="1200" b="1" dirty="0"/>
              <a:t> </a:t>
            </a:r>
            <a:r>
              <a:rPr lang="en-US" sz="1200" b="1" dirty="0" err="1"/>
              <a:t>Penilaian</a:t>
            </a:r>
            <a:r>
              <a:rPr lang="en-US" sz="1200" b="1" dirty="0"/>
              <a:t> Saya</a:t>
            </a:r>
            <a:endParaRPr lang="en-ID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F854E1-8AD6-7150-6C32-F6901ADBCB78}"/>
              </a:ext>
            </a:extLst>
          </p:cNvPr>
          <p:cNvSpPr txBox="1"/>
          <p:nvPr/>
        </p:nvSpPr>
        <p:spPr>
          <a:xfrm>
            <a:off x="5973403" y="3953620"/>
            <a:ext cx="1408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Penilaian</a:t>
            </a:r>
            <a:r>
              <a:rPr lang="en-US" sz="1200" b="1" dirty="0"/>
              <a:t> Saya</a:t>
            </a:r>
            <a:endParaRPr lang="en-ID" sz="1200" dirty="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18DAE31F-27CA-5F16-EAF3-001793DB6F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246" y="4213206"/>
            <a:ext cx="685896" cy="256258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9286493-3777-D523-245A-4F50E36A3577}"/>
              </a:ext>
            </a:extLst>
          </p:cNvPr>
          <p:cNvSpPr txBox="1"/>
          <p:nvPr/>
        </p:nvSpPr>
        <p:spPr>
          <a:xfrm>
            <a:off x="7188200" y="3893855"/>
            <a:ext cx="1408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/>
              <a:t>Penilaian</a:t>
            </a:r>
            <a:r>
              <a:rPr lang="en-US" sz="1200" b="1" dirty="0"/>
              <a:t> </a:t>
            </a:r>
            <a:r>
              <a:rPr lang="en-US" sz="1200" b="1" dirty="0" err="1"/>
              <a:t>Terakhir</a:t>
            </a:r>
            <a:r>
              <a:rPr lang="en-US" sz="1200" b="1" dirty="0"/>
              <a:t> Saya</a:t>
            </a:r>
            <a:endParaRPr lang="en-ID" sz="120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1FCEC18-5D8F-F553-E02B-45A5F1D2E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2067" y="2264988"/>
            <a:ext cx="5678425" cy="519422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73DDCF66-ACC0-8E5E-C47B-F05CCDB3BA7E}"/>
              </a:ext>
            </a:extLst>
          </p:cNvPr>
          <p:cNvSpPr txBox="1"/>
          <p:nvPr/>
        </p:nvSpPr>
        <p:spPr>
          <a:xfrm>
            <a:off x="6610351" y="1882815"/>
            <a:ext cx="1408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Rata-Rata </a:t>
            </a:r>
            <a:r>
              <a:rPr lang="en-US" sz="1200" b="1" dirty="0" err="1"/>
              <a:t>Penilaian</a:t>
            </a:r>
            <a:r>
              <a:rPr lang="en-US" sz="1200" b="1" dirty="0"/>
              <a:t> Saya</a:t>
            </a:r>
            <a:endParaRPr lang="en-ID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9ADCC6-DC5B-7317-F59F-E8F5EDA2B413}"/>
              </a:ext>
            </a:extLst>
          </p:cNvPr>
          <p:cNvSpPr txBox="1"/>
          <p:nvPr/>
        </p:nvSpPr>
        <p:spPr>
          <a:xfrm>
            <a:off x="2263945" y="2045609"/>
            <a:ext cx="1408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Total CS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1361174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5B30177-5831-B7DF-2FD6-3DCE7CE32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2783"/>
            <a:ext cx="12192000" cy="60324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644654-8BFD-0ECB-B12B-38DA5404A6BD}"/>
              </a:ext>
            </a:extLst>
          </p:cNvPr>
          <p:cNvSpPr txBox="1"/>
          <p:nvPr/>
        </p:nvSpPr>
        <p:spPr>
          <a:xfrm>
            <a:off x="974853" y="1870520"/>
            <a:ext cx="1408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Ganti </a:t>
            </a:r>
            <a:r>
              <a:rPr lang="en-US" sz="1200" dirty="0" err="1"/>
              <a:t>judul</a:t>
            </a:r>
            <a:br>
              <a:rPr lang="en-US" sz="1200" dirty="0"/>
            </a:br>
            <a:r>
              <a:rPr lang="en-US" sz="1200" dirty="0"/>
              <a:t>Tracking Kinerja</a:t>
            </a:r>
            <a:endParaRPr lang="en-ID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029A4-A11A-F3D0-B40A-2A9E286E7920}"/>
              </a:ext>
            </a:extLst>
          </p:cNvPr>
          <p:cNvSpPr txBox="1"/>
          <p:nvPr/>
        </p:nvSpPr>
        <p:spPr>
          <a:xfrm>
            <a:off x="2185587" y="1224189"/>
            <a:ext cx="1408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Filter:</a:t>
            </a:r>
            <a:br>
              <a:rPr lang="en-US" sz="1200" dirty="0"/>
            </a:br>
            <a:br>
              <a:rPr lang="en-US" sz="1200" dirty="0"/>
            </a:br>
            <a:r>
              <a:rPr lang="en-US" sz="1200" b="1" dirty="0" err="1"/>
              <a:t>Penilaian</a:t>
            </a:r>
            <a:r>
              <a:rPr lang="en-US" sz="1200" b="1" dirty="0"/>
              <a:t> Saya</a:t>
            </a:r>
            <a:endParaRPr lang="en-ID" sz="12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F4C40-7565-668E-6B6C-C571E5626624}"/>
              </a:ext>
            </a:extLst>
          </p:cNvPr>
          <p:cNvSpPr txBox="1"/>
          <p:nvPr/>
        </p:nvSpPr>
        <p:spPr>
          <a:xfrm>
            <a:off x="5023017" y="1313338"/>
            <a:ext cx="2264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Filter: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 err="1"/>
              <a:t>Penilaian</a:t>
            </a:r>
            <a:r>
              <a:rPr lang="en-US" sz="1200" dirty="0"/>
              <a:t> </a:t>
            </a:r>
            <a:r>
              <a:rPr lang="en-US" sz="1200" dirty="0" err="1"/>
              <a:t>Keseluruhan</a:t>
            </a:r>
            <a:endParaRPr lang="en-ID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75E6E4-3505-191D-404C-A4391380E92F}"/>
              </a:ext>
            </a:extLst>
          </p:cNvPr>
          <p:cNvSpPr txBox="1"/>
          <p:nvPr/>
        </p:nvSpPr>
        <p:spPr>
          <a:xfrm>
            <a:off x="10063191" y="1433808"/>
            <a:ext cx="2264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Filter Bulan, </a:t>
            </a:r>
            <a:r>
              <a:rPr lang="en-US" sz="1200" dirty="0" err="1"/>
              <a:t>Triwulan</a:t>
            </a:r>
            <a:r>
              <a:rPr lang="en-US" sz="1200" dirty="0"/>
              <a:t>, Sama </a:t>
            </a:r>
            <a:r>
              <a:rPr lang="en-US" sz="1200" dirty="0" err="1"/>
              <a:t>Pilih</a:t>
            </a:r>
            <a:r>
              <a:rPr lang="en-US" sz="1200" dirty="0"/>
              <a:t> Bulan</a:t>
            </a:r>
            <a:endParaRPr lang="en-ID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9E75F4-3F17-4F5B-3C1A-16C7F69EF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5778" y="589434"/>
            <a:ext cx="2114845" cy="81926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395D39-BE47-8E72-9565-35683C52A3A4}"/>
              </a:ext>
            </a:extLst>
          </p:cNvPr>
          <p:cNvSpPr txBox="1"/>
          <p:nvPr/>
        </p:nvSpPr>
        <p:spPr>
          <a:xfrm>
            <a:off x="3511658" y="1282949"/>
            <a:ext cx="2264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Filter: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 err="1"/>
              <a:t>Penilaian</a:t>
            </a:r>
            <a:r>
              <a:rPr lang="en-US" sz="1200" dirty="0"/>
              <a:t> </a:t>
            </a:r>
            <a:r>
              <a:rPr lang="en-US" sz="1200" dirty="0" err="1"/>
              <a:t>Pengawas</a:t>
            </a:r>
            <a:endParaRPr lang="en-ID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8D16A8-1EE1-BBB5-C97B-A0F93B998AC6}"/>
              </a:ext>
            </a:extLst>
          </p:cNvPr>
          <p:cNvSpPr txBox="1"/>
          <p:nvPr/>
        </p:nvSpPr>
        <p:spPr>
          <a:xfrm>
            <a:off x="2286592" y="2634373"/>
            <a:ext cx="2264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Sudah</a:t>
            </a:r>
            <a:r>
              <a:rPr lang="en-US" sz="1200" dirty="0"/>
              <a:t> </a:t>
            </a:r>
            <a:r>
              <a:rPr lang="en-US" sz="1200" dirty="0" err="1"/>
              <a:t>Dinilai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15</a:t>
            </a:r>
          </a:p>
          <a:p>
            <a:endParaRPr lang="en-US" sz="1200" dirty="0"/>
          </a:p>
          <a:p>
            <a:r>
              <a:rPr lang="en-US" sz="1200" dirty="0"/>
              <a:t>Dari 20 </a:t>
            </a:r>
            <a:r>
              <a:rPr lang="en-US" sz="1200" dirty="0" err="1"/>
              <a:t>Jumlah</a:t>
            </a:r>
            <a:r>
              <a:rPr lang="en-US" sz="1200" dirty="0"/>
              <a:t> CS</a:t>
            </a:r>
            <a:endParaRPr lang="en-ID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41A883-C103-5A0F-680B-70A076FCCB42}"/>
              </a:ext>
            </a:extLst>
          </p:cNvPr>
          <p:cNvSpPr txBox="1"/>
          <p:nvPr/>
        </p:nvSpPr>
        <p:spPr>
          <a:xfrm>
            <a:off x="4741925" y="2634372"/>
            <a:ext cx="2264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Belum </a:t>
            </a:r>
            <a:r>
              <a:rPr lang="en-US" sz="1200" dirty="0" err="1"/>
              <a:t>DInilai</a:t>
            </a:r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5</a:t>
            </a:r>
          </a:p>
          <a:p>
            <a:endParaRPr lang="en-US" sz="1200" dirty="0"/>
          </a:p>
          <a:p>
            <a:r>
              <a:rPr lang="en-US" sz="1200" dirty="0"/>
              <a:t>Dari 20 </a:t>
            </a:r>
            <a:r>
              <a:rPr lang="en-US" sz="1200" dirty="0" err="1"/>
              <a:t>Jumlah</a:t>
            </a:r>
            <a:r>
              <a:rPr lang="en-US" sz="1200" dirty="0"/>
              <a:t> CS</a:t>
            </a:r>
            <a:endParaRPr lang="en-ID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E39BCB-7873-3797-CCE8-85AD1EC172F8}"/>
              </a:ext>
            </a:extLst>
          </p:cNvPr>
          <p:cNvSpPr txBox="1"/>
          <p:nvPr/>
        </p:nvSpPr>
        <p:spPr>
          <a:xfrm>
            <a:off x="7334713" y="2634372"/>
            <a:ext cx="2264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Rata-Rata </a:t>
            </a:r>
            <a:r>
              <a:rPr lang="en-US" sz="1200" dirty="0" err="1"/>
              <a:t>Penilaian</a:t>
            </a:r>
            <a:r>
              <a:rPr lang="en-US" sz="1200" dirty="0"/>
              <a:t> Saya</a:t>
            </a:r>
          </a:p>
          <a:p>
            <a:endParaRPr lang="en-US" sz="1200" dirty="0"/>
          </a:p>
          <a:p>
            <a:r>
              <a:rPr lang="en-US" sz="1200" dirty="0"/>
              <a:t>3,10</a:t>
            </a:r>
          </a:p>
          <a:p>
            <a:endParaRPr lang="en-US" sz="1200" dirty="0"/>
          </a:p>
          <a:p>
            <a:r>
              <a:rPr lang="en-US" sz="1200" dirty="0" err="1"/>
              <a:t>Berdasarkan</a:t>
            </a:r>
            <a:r>
              <a:rPr lang="en-US" sz="1200" dirty="0"/>
              <a:t> 20 CS</a:t>
            </a:r>
            <a:endParaRPr lang="en-ID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78F754-601D-B374-C910-F15452D54A2D}"/>
              </a:ext>
            </a:extLst>
          </p:cNvPr>
          <p:cNvSpPr txBox="1"/>
          <p:nvPr/>
        </p:nvSpPr>
        <p:spPr>
          <a:xfrm>
            <a:off x="9805778" y="2667906"/>
            <a:ext cx="226449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CS </a:t>
            </a:r>
            <a:r>
              <a:rPr lang="en-US" sz="1200" dirty="0" err="1"/>
              <a:t>Perlu</a:t>
            </a:r>
            <a:r>
              <a:rPr lang="en-US" sz="1200" dirty="0"/>
              <a:t> </a:t>
            </a:r>
            <a:r>
              <a:rPr lang="en-US" sz="1200" dirty="0" err="1"/>
              <a:t>Pembinaan</a:t>
            </a:r>
            <a:r>
              <a:rPr lang="en-US" sz="1200" dirty="0"/>
              <a:t> </a:t>
            </a:r>
          </a:p>
          <a:p>
            <a:endParaRPr lang="en-US" sz="1200" dirty="0"/>
          </a:p>
          <a:p>
            <a:r>
              <a:rPr lang="en-US" sz="1200" dirty="0"/>
              <a:t>2</a:t>
            </a:r>
          </a:p>
          <a:p>
            <a:endParaRPr lang="en-US" sz="1200" dirty="0"/>
          </a:p>
          <a:p>
            <a:r>
              <a:rPr lang="en-US" sz="1200" dirty="0"/>
              <a:t>Nilai &lt;2.00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 err="1"/>
              <a:t>Lihat</a:t>
            </a:r>
            <a:r>
              <a:rPr lang="en-US" sz="1200" dirty="0"/>
              <a:t> detail</a:t>
            </a:r>
            <a:endParaRPr lang="en-ID" sz="12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AAAC539-72D4-C4F9-1203-6A5E1F3AD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2007" y="4052901"/>
            <a:ext cx="9668830" cy="264832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A42068E-8118-E788-04C4-98327E06A84B}"/>
              </a:ext>
            </a:extLst>
          </p:cNvPr>
          <p:cNvSpPr txBox="1"/>
          <p:nvPr/>
        </p:nvSpPr>
        <p:spPr>
          <a:xfrm>
            <a:off x="7874591" y="5147193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101409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20A2EB-E640-586C-2241-62BA5178A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471"/>
            <a:ext cx="12192000" cy="6061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5A01888-965A-10A6-F11A-AA7B869F91AF}"/>
              </a:ext>
            </a:extLst>
          </p:cNvPr>
          <p:cNvSpPr txBox="1"/>
          <p:nvPr/>
        </p:nvSpPr>
        <p:spPr>
          <a:xfrm>
            <a:off x="9377391" y="3812941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Lihat</a:t>
            </a:r>
            <a:r>
              <a:rPr lang="en-US" sz="1200" dirty="0"/>
              <a:t> </a:t>
            </a:r>
            <a:r>
              <a:rPr lang="en-US" sz="1200" dirty="0" err="1"/>
              <a:t>Peringkat</a:t>
            </a:r>
            <a:r>
              <a:rPr lang="en-US" sz="1200" dirty="0"/>
              <a:t> </a:t>
            </a:r>
            <a:r>
              <a:rPr lang="en-US" sz="1200" dirty="0" err="1"/>
              <a:t>Keseluruhan</a:t>
            </a:r>
            <a:r>
              <a:rPr lang="en-US" sz="1200" dirty="0"/>
              <a:t> -&gt;</a:t>
            </a:r>
            <a:endParaRPr lang="en-ID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51900D-DB77-8490-C766-7B3119F5B660}"/>
              </a:ext>
            </a:extLst>
          </p:cNvPr>
          <p:cNvSpPr txBox="1"/>
          <p:nvPr/>
        </p:nvSpPr>
        <p:spPr>
          <a:xfrm>
            <a:off x="2290791" y="4397141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Rata </a:t>
            </a:r>
            <a:r>
              <a:rPr lang="en-US" sz="1200" dirty="0" err="1"/>
              <a:t>Rata</a:t>
            </a:r>
            <a:r>
              <a:rPr lang="en-US" sz="1200" dirty="0"/>
              <a:t> Nilai Per </a:t>
            </a:r>
            <a:r>
              <a:rPr lang="en-US" sz="1200" dirty="0" err="1"/>
              <a:t>Indikator</a:t>
            </a:r>
            <a:endParaRPr lang="en-ID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03824B-292B-8F84-0EE5-697D6CD6461B}"/>
              </a:ext>
            </a:extLst>
          </p:cNvPr>
          <p:cNvSpPr txBox="1"/>
          <p:nvPr/>
        </p:nvSpPr>
        <p:spPr>
          <a:xfrm>
            <a:off x="9233457" y="4735268"/>
            <a:ext cx="2264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Ubah </a:t>
            </a:r>
            <a:r>
              <a:rPr lang="en-US" sz="1200" dirty="0" err="1"/>
              <a:t>batang</a:t>
            </a:r>
            <a:r>
              <a:rPr lang="en-US" sz="1200" dirty="0"/>
              <a:t> </a:t>
            </a:r>
            <a:r>
              <a:rPr lang="en-US" sz="1200" dirty="0" err="1"/>
              <a:t>berdasarkan</a:t>
            </a:r>
            <a:r>
              <a:rPr lang="en-US" sz="1200" dirty="0"/>
              <a:t> </a:t>
            </a:r>
            <a:r>
              <a:rPr lang="en-US" sz="1200" dirty="0" err="1"/>
              <a:t>distribusi</a:t>
            </a:r>
            <a:r>
              <a:rPr lang="en-US" sz="1200" dirty="0"/>
              <a:t> </a:t>
            </a:r>
            <a:r>
              <a:rPr lang="en-US" sz="1200" dirty="0" err="1"/>
              <a:t>warna</a:t>
            </a:r>
            <a:endParaRPr lang="en-ID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B6C3A4-41C8-903D-89C4-031BBD6DEDE9}"/>
              </a:ext>
            </a:extLst>
          </p:cNvPr>
          <p:cNvSpPr txBox="1"/>
          <p:nvPr/>
        </p:nvSpPr>
        <p:spPr>
          <a:xfrm>
            <a:off x="9817436" y="1094602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 </a:t>
            </a:r>
            <a:r>
              <a:rPr lang="en-US" sz="1200" dirty="0" err="1"/>
              <a:t>dibelakang</a:t>
            </a:r>
            <a:r>
              <a:rPr lang="en-US" sz="1200" dirty="0"/>
              <a:t> </a:t>
            </a:r>
            <a:r>
              <a:rPr lang="en-US" sz="1200" dirty="0" err="1"/>
              <a:t>koma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55719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4BAC2-4808-18C3-4A45-DA6973595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Akun worker CS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C5A5B-0F99-18C6-89C1-400ACE1C0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36385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F1272-1178-D809-FACC-288A5346E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C82D1F-17ED-CA96-69DE-5B56FCBA6F23}"/>
              </a:ext>
            </a:extLst>
          </p:cNvPr>
          <p:cNvSpPr txBox="1"/>
          <p:nvPr/>
        </p:nvSpPr>
        <p:spPr>
          <a:xfrm>
            <a:off x="9377391" y="3812941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Lihat</a:t>
            </a:r>
            <a:r>
              <a:rPr lang="en-US" sz="1200" dirty="0"/>
              <a:t> </a:t>
            </a:r>
            <a:r>
              <a:rPr lang="en-US" sz="1200" dirty="0" err="1"/>
              <a:t>Peringkat</a:t>
            </a:r>
            <a:r>
              <a:rPr lang="en-US" sz="1200" dirty="0"/>
              <a:t> </a:t>
            </a:r>
            <a:r>
              <a:rPr lang="en-US" sz="1200" dirty="0" err="1"/>
              <a:t>Keseluruhan</a:t>
            </a:r>
            <a:r>
              <a:rPr lang="en-US" sz="1200" dirty="0"/>
              <a:t> -&gt;</a:t>
            </a:r>
            <a:endParaRPr lang="en-ID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BE3E7-9938-B858-BBB3-064050E5A186}"/>
              </a:ext>
            </a:extLst>
          </p:cNvPr>
          <p:cNvSpPr txBox="1"/>
          <p:nvPr/>
        </p:nvSpPr>
        <p:spPr>
          <a:xfrm>
            <a:off x="2290791" y="4397141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Rata </a:t>
            </a:r>
            <a:r>
              <a:rPr lang="en-US" sz="1200" dirty="0" err="1"/>
              <a:t>Rata</a:t>
            </a:r>
            <a:r>
              <a:rPr lang="en-US" sz="1200" dirty="0"/>
              <a:t> Nilai Per </a:t>
            </a:r>
            <a:r>
              <a:rPr lang="en-US" sz="1200" dirty="0" err="1"/>
              <a:t>Indikator</a:t>
            </a:r>
            <a:endParaRPr lang="en-ID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AF2D0B-7FC0-32C0-1A93-2B270C7E772D}"/>
              </a:ext>
            </a:extLst>
          </p:cNvPr>
          <p:cNvSpPr txBox="1"/>
          <p:nvPr/>
        </p:nvSpPr>
        <p:spPr>
          <a:xfrm>
            <a:off x="9233457" y="4735268"/>
            <a:ext cx="2264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Ubah </a:t>
            </a:r>
            <a:r>
              <a:rPr lang="en-US" sz="1200" dirty="0" err="1"/>
              <a:t>batang</a:t>
            </a:r>
            <a:r>
              <a:rPr lang="en-US" sz="1200" dirty="0"/>
              <a:t> </a:t>
            </a:r>
            <a:r>
              <a:rPr lang="en-US" sz="1200" dirty="0" err="1"/>
              <a:t>berdasarkan</a:t>
            </a:r>
            <a:r>
              <a:rPr lang="en-US" sz="1200" dirty="0"/>
              <a:t> </a:t>
            </a:r>
            <a:r>
              <a:rPr lang="en-US" sz="1200" dirty="0" err="1"/>
              <a:t>distribusi</a:t>
            </a:r>
            <a:r>
              <a:rPr lang="en-US" sz="1200" dirty="0"/>
              <a:t> </a:t>
            </a:r>
            <a:r>
              <a:rPr lang="en-US" sz="1200" dirty="0" err="1"/>
              <a:t>warna</a:t>
            </a:r>
            <a:endParaRPr lang="en-ID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A945F3-4125-43EA-8C06-E6D963195C60}"/>
              </a:ext>
            </a:extLst>
          </p:cNvPr>
          <p:cNvSpPr txBox="1"/>
          <p:nvPr/>
        </p:nvSpPr>
        <p:spPr>
          <a:xfrm>
            <a:off x="9817436" y="1094602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 </a:t>
            </a:r>
            <a:r>
              <a:rPr lang="en-US" sz="1200" dirty="0" err="1"/>
              <a:t>dibelakang</a:t>
            </a:r>
            <a:r>
              <a:rPr lang="en-US" sz="1200" dirty="0"/>
              <a:t> </a:t>
            </a:r>
            <a:r>
              <a:rPr lang="en-US" sz="1200" dirty="0" err="1"/>
              <a:t>koma</a:t>
            </a:r>
            <a:endParaRPr lang="en-ID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BDEC51-14DB-2897-2361-FF161AAED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6694"/>
            <a:ext cx="12192000" cy="60446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924C23-19F5-B827-1E87-BAB5076FDACF}"/>
              </a:ext>
            </a:extLst>
          </p:cNvPr>
          <p:cNvSpPr txBox="1"/>
          <p:nvPr/>
        </p:nvSpPr>
        <p:spPr>
          <a:xfrm>
            <a:off x="4448619" y="4610668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Lokasi </a:t>
            </a:r>
            <a:r>
              <a:rPr lang="en-US" sz="1200" dirty="0" err="1"/>
              <a:t>Kerja</a:t>
            </a:r>
            <a:endParaRPr lang="en-ID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59D87F-0E09-6C6C-9DD6-04792838C036}"/>
              </a:ext>
            </a:extLst>
          </p:cNvPr>
          <p:cNvSpPr txBox="1"/>
          <p:nvPr/>
        </p:nvSpPr>
        <p:spPr>
          <a:xfrm>
            <a:off x="6162481" y="4598536"/>
            <a:ext cx="2264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Komperta</a:t>
            </a:r>
            <a:endParaRPr lang="en-US" sz="1200" dirty="0"/>
          </a:p>
          <a:p>
            <a:r>
              <a:rPr lang="en-US" sz="1200" dirty="0"/>
              <a:t>Kantor</a:t>
            </a:r>
          </a:p>
          <a:p>
            <a:r>
              <a:rPr lang="en-US" sz="1200" dirty="0"/>
              <a:t>Rudis GM</a:t>
            </a:r>
          </a:p>
          <a:p>
            <a:r>
              <a:rPr lang="en-US" sz="1200" dirty="0"/>
              <a:t>CCR 1-4</a:t>
            </a:r>
          </a:p>
          <a:p>
            <a:r>
              <a:rPr lang="en-US" sz="1200" dirty="0"/>
              <a:t>PLTP 5&amp;6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118742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6C704-57FC-E6BF-8B1D-015AD96C8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400EC-030A-EFEF-EE5F-4418A0C73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40D344-25B6-AE63-3962-9202EE4404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884"/>
            <a:ext cx="12192000" cy="6010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B3990AA-AC56-20E4-A470-F8C1858E598F}"/>
              </a:ext>
            </a:extLst>
          </p:cNvPr>
          <p:cNvSpPr txBox="1"/>
          <p:nvPr/>
        </p:nvSpPr>
        <p:spPr>
          <a:xfrm>
            <a:off x="8016681" y="1690688"/>
            <a:ext cx="22644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Penilaian</a:t>
            </a:r>
            <a:r>
              <a:rPr lang="en-US" sz="1200" dirty="0"/>
              <a:t> </a:t>
            </a:r>
            <a:r>
              <a:rPr lang="en-US" sz="1200" dirty="0" err="1"/>
              <a:t>sesuai</a:t>
            </a:r>
            <a:r>
              <a:rPr lang="en-US" sz="1200" dirty="0"/>
              <a:t> </a:t>
            </a:r>
            <a:r>
              <a:rPr lang="en-US" sz="1200" dirty="0" err="1"/>
              <a:t>warna</a:t>
            </a:r>
            <a:endParaRPr lang="en-US" sz="1200" dirty="0"/>
          </a:p>
          <a:p>
            <a:r>
              <a:rPr lang="en-US" sz="1200" dirty="0"/>
              <a:t>Dua digit </a:t>
            </a:r>
            <a:r>
              <a:rPr lang="en-US" sz="1200" dirty="0" err="1"/>
              <a:t>dinelakang</a:t>
            </a:r>
            <a:r>
              <a:rPr lang="en-US" sz="1200" dirty="0"/>
              <a:t> </a:t>
            </a:r>
            <a:r>
              <a:rPr lang="en-US" sz="1200" dirty="0" err="1"/>
              <a:t>koma</a:t>
            </a:r>
            <a:endParaRPr lang="en-ID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36D6BE-07D0-964C-69C5-31416F2174F5}"/>
              </a:ext>
            </a:extLst>
          </p:cNvPr>
          <p:cNvSpPr txBox="1"/>
          <p:nvPr/>
        </p:nvSpPr>
        <p:spPr>
          <a:xfrm>
            <a:off x="3724082" y="1206807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Rata-Rata Nilai Anda</a:t>
            </a:r>
            <a:endParaRPr lang="en-ID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8107B4-8CBE-F228-4C6A-B664FC80DBBC}"/>
              </a:ext>
            </a:extLst>
          </p:cNvPr>
          <p:cNvSpPr txBox="1"/>
          <p:nvPr/>
        </p:nvSpPr>
        <p:spPr>
          <a:xfrm>
            <a:off x="5752184" y="1182856"/>
            <a:ext cx="226449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Peringkat</a:t>
            </a:r>
            <a:r>
              <a:rPr lang="en-US" sz="1200" dirty="0"/>
              <a:t> Anda</a:t>
            </a:r>
          </a:p>
          <a:p>
            <a:endParaRPr lang="en-US" sz="1200" dirty="0"/>
          </a:p>
          <a:p>
            <a:r>
              <a:rPr lang="en-US" sz="1200" dirty="0"/>
              <a:t>19</a:t>
            </a:r>
          </a:p>
          <a:p>
            <a:endParaRPr lang="en-US" sz="1200" dirty="0"/>
          </a:p>
          <a:p>
            <a:r>
              <a:rPr lang="en-US" sz="1200" dirty="0"/>
              <a:t>Dari 20 CS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97936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044D9-1510-3E8B-B2B0-F97D0018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A290BA-4FF5-1897-CCE6-42BEA9DC3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3" y="-88358"/>
            <a:ext cx="12192000" cy="608645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4CA81A-5311-D4ED-9DB6-85423D12B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11400" y="3101776"/>
            <a:ext cx="9042400" cy="256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21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E4783-15FE-2503-4534-43C4B8BF3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0B0D9-FBBB-49A8-CFE6-57B27657A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04768B-1004-B5FB-116B-ABF7AF623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330"/>
            <a:ext cx="12192000" cy="5989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5F25BF-072B-C6E3-0860-BF7EE0F4C360}"/>
              </a:ext>
            </a:extLst>
          </p:cNvPr>
          <p:cNvSpPr txBox="1"/>
          <p:nvPr/>
        </p:nvSpPr>
        <p:spPr>
          <a:xfrm>
            <a:off x="7072983" y="1440418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Indikator</a:t>
            </a:r>
            <a:r>
              <a:rPr lang="en-US" sz="1200" dirty="0"/>
              <a:t> </a:t>
            </a:r>
            <a:r>
              <a:rPr lang="en-US" sz="1200" dirty="0" err="1"/>
              <a:t>Terbaik</a:t>
            </a:r>
            <a:endParaRPr lang="en-ID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215CA4-175F-BAF9-4E1C-5C4D4DF81C73}"/>
              </a:ext>
            </a:extLst>
          </p:cNvPr>
          <p:cNvSpPr txBox="1"/>
          <p:nvPr/>
        </p:nvSpPr>
        <p:spPr>
          <a:xfrm>
            <a:off x="7072984" y="1852354"/>
            <a:ext cx="22644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KSA</a:t>
            </a:r>
          </a:p>
          <a:p>
            <a:endParaRPr lang="en-US" sz="1200" dirty="0"/>
          </a:p>
          <a:p>
            <a:r>
              <a:rPr lang="en-US" sz="1200" dirty="0"/>
              <a:t>3,6</a:t>
            </a:r>
            <a:endParaRPr lang="en-ID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A0E315-A0F2-41E9-AAAE-59C059CCB6F1}"/>
              </a:ext>
            </a:extLst>
          </p:cNvPr>
          <p:cNvSpPr txBox="1"/>
          <p:nvPr/>
        </p:nvSpPr>
        <p:spPr>
          <a:xfrm>
            <a:off x="8732450" y="1575355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Indikator</a:t>
            </a:r>
            <a:r>
              <a:rPr lang="en-US" sz="1200" dirty="0"/>
              <a:t> </a:t>
            </a:r>
            <a:r>
              <a:rPr lang="en-US" sz="1200" dirty="0" err="1"/>
              <a:t>Perlu</a:t>
            </a:r>
            <a:r>
              <a:rPr lang="en-US" sz="1200" dirty="0"/>
              <a:t> </a:t>
            </a:r>
            <a:r>
              <a:rPr lang="en-US" sz="1200" dirty="0" err="1"/>
              <a:t>Perbaikan</a:t>
            </a:r>
            <a:endParaRPr lang="en-ID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EEBEE9-50E8-7953-D76E-BE19868F892F}"/>
              </a:ext>
            </a:extLst>
          </p:cNvPr>
          <p:cNvSpPr txBox="1"/>
          <p:nvPr/>
        </p:nvSpPr>
        <p:spPr>
          <a:xfrm>
            <a:off x="8732449" y="2446506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Indikator</a:t>
            </a:r>
            <a:r>
              <a:rPr lang="en-US" sz="1200" dirty="0"/>
              <a:t> 3 </a:t>
            </a:r>
            <a:r>
              <a:rPr lang="en-US" sz="1200" dirty="0" err="1"/>
              <a:t>Terbawah</a:t>
            </a:r>
            <a:endParaRPr lang="en-ID" sz="12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9D7740-F32E-F39B-2F3C-77921E4D0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449" y="1868434"/>
            <a:ext cx="1792022" cy="57807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86B5A80-7639-8D79-6E62-5ADF04FB4483}"/>
              </a:ext>
            </a:extLst>
          </p:cNvPr>
          <p:cNvSpPr txBox="1"/>
          <p:nvPr/>
        </p:nvSpPr>
        <p:spPr>
          <a:xfrm>
            <a:off x="3979158" y="1687125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Total </a:t>
            </a:r>
            <a:r>
              <a:rPr lang="en-US" sz="1200" dirty="0" err="1"/>
              <a:t>Penilaian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1100197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E559-8F22-F09B-67F1-4A09D166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02CFC-7E50-2BC0-6F8E-94167D1CC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6D1F1F-210A-A67D-BDCB-B204AF9A5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58" y="0"/>
            <a:ext cx="8734484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8887B9-AED9-3F5D-C82F-3ED0F954275A}"/>
              </a:ext>
            </a:extLst>
          </p:cNvPr>
          <p:cNvSpPr txBox="1"/>
          <p:nvPr/>
        </p:nvSpPr>
        <p:spPr>
          <a:xfrm>
            <a:off x="8644024" y="2624306"/>
            <a:ext cx="22644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Dihilangin</a:t>
            </a:r>
            <a:r>
              <a:rPr lang="en-US" sz="1200" dirty="0"/>
              <a:t> kata rata-rata</a:t>
            </a:r>
            <a:endParaRPr lang="en-ID" sz="1200" dirty="0"/>
          </a:p>
        </p:txBody>
      </p:sp>
    </p:spTree>
    <p:extLst>
      <p:ext uri="{BB962C8B-B14F-4D97-AF65-F5344CB8AC3E}">
        <p14:creationId xmlns:p14="http://schemas.microsoft.com/office/powerpoint/2010/main" val="2545292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253</Words>
  <Application>Microsoft Office PowerPoint</Application>
  <PresentationFormat>Widescreen</PresentationFormat>
  <Paragraphs>81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Akun worker CS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Johannes Rao Rotua Bakara</dc:creator>
  <cp:lastModifiedBy>Johannes Rao Rotua Bakara</cp:lastModifiedBy>
  <cp:revision>1</cp:revision>
  <dcterms:created xsi:type="dcterms:W3CDTF">2026-09-07T10:41:03Z</dcterms:created>
  <dcterms:modified xsi:type="dcterms:W3CDTF">2026-09-07T11:48:27Z</dcterms:modified>
</cp:coreProperties>
</file>